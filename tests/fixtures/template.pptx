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>
            <a:lvl1pPr algn="ctr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図＋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>
            <a:lvl1pPr algn="l"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md2pptx">
      <a:dk1>
        <a:sysClr val="windowText" lastClr="000000"/>
      </a:dk1>
      <a:lt1>
        <a:sysClr val="window" lastClr="FFFFFF"/>
      </a:lt1>
      <a:dk2>
        <a:srgbClr val="1E2A44"/>
      </a:dk2>
      <a:lt2>
        <a:srgbClr val="F2F4F7"/>
      </a:lt2>
      <a:accent1>
        <a:srgbClr val="1E6F8E"/>
      </a:accent1>
      <a:accent2>
        <a:srgbClr val="2C7A6B"/>
      </a:accent2>
      <a:accent3>
        <a:srgbClr val="C2703D"/>
      </a:accent3>
      <a:accent4>
        <a:srgbClr val="6B7280"/>
      </a:accent4>
      <a:accent5>
        <a:srgbClr val="4A5568"/>
      </a:accent5>
      <a:accent6>
        <a:srgbClr val="8FA3B8"/>
      </a:accent6>
      <a:hlink>
        <a:srgbClr val="1E6F8E"/>
      </a:hlink>
      <a:folHlink>
        <a:srgbClr val="6B7280"/>
      </a:folHlink>
    </a:clrScheme>
    <a:fontScheme name="Office">
      <a:majorFont>
        <a:latin typeface="Calibri"/>
        <a:ea typeface="Yu Gothic"/>
        <a:cs typeface=""/>
        <a:font script="Jpan" typeface="Yu Gothic"/>
      </a:majorFont>
      <a:minorFont>
        <a:latin typeface="Calibri"/>
        <a:ea typeface="Yu Gothic"/>
        <a:cs typeface=""/>
        <a:font script="Jpan" typeface="Yu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